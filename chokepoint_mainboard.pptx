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_m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_sheng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4_tongch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5_y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6_you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7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8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卡脖子选股报告 · 主板专版 · 2026-07-07</dc:title>
  <dc:subject>Serenity 卡脖子六步法选股 · 深色科技风 · 3F Content</dc:subject>
  <dc:creator>WorkBuddy AI · stock_wisdom · ImageGen</dc:creator>
  <cp:keywords>卡脖子 选股 主板 盛和资源 彤程新材 雅克科技 稀土 光刻胶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